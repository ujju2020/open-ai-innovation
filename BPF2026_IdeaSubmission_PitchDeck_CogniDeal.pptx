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Manrope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634a19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634a190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34a1906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34a1906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34a1906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34a1906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634a1906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634a1906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4a1906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34a1906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634a1906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634a1906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34a1906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634a1906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4a1906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634a1906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634a1906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634a1906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34a1906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34a1906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34a1906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34a1906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34a1906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34a1906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34a190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34a190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609120" y="2260800"/>
            <a:ext cx="6864480" cy="205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0D9488"/>
                </a:solidFill>
                <a:latin typeface="Arial"/>
              </a:defRPr>
            </a:pPr>
            <a:r>
              <a:rPr dirty="0" err="1"/>
              <a:t>CogniDeal</a:t>
            </a:r>
            <a:r>
              <a:rPr dirty="0"/>
              <a:t> AI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rPr dirty="0"/>
              <a:t>Autonomous B2B Deal Desk &amp; Contract Risk Intelligence Swarm</a:t>
            </a:r>
          </a:p>
          <a:p>
            <a:pPr>
              <a:spcAft>
                <a:spcPts val="20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rPr dirty="0"/>
              <a:t>5-Agent Enterprise Swarm • Contract Liability Redlining • Gross Margin Guardrails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rPr dirty="0" err="1"/>
              <a:t>BITSoM</a:t>
            </a:r>
            <a:r>
              <a:rPr dirty="0"/>
              <a:t> Vertex Pitch Fest 2026 (BPF 2026) | Idea Submission Deck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Founder: Ujjwal Kumar Bhowmick  |  Email: ujjwalkumarbhowmick30@gmail.com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Strong submissions will demonstrate:</a:t>
            </a:r>
            <a:endParaRPr sz="1000" b="1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clearly validated customer problem and market opportunity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Meaningful and responsible application of AI to solve the problem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Technical depth through a scalable and well-designed architecture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Product maturity supported by customer validation and measurable traction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sustainable business model with a clear go-to-market strategy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compelling vision for growth through the BITSoM Vertex incubation programme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br>
              <a:rPr lang="en-GB" sz="1000" b="1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000" b="1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is not a traditional fundraising pitch deck.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Focus on demonstrating the reasoning behind your decisions rather than making marketing claims.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</a:rPr>
              <a:t>IMPORTANT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problem are you trying to solve?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The 3-Week Enterprise Deal Chokehold: B2B enterprise deals take weeks to close due to grueling manual RFP analysis, protracted legal redlining cycles, rogue sales discounting, and repetitive 200-question security assessments.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Catastrophic Contractual Liabilities: Over 42% of corporate legal disputes originate from uncapped indemnity, IP transfer, or punitive SLA damages that slipped past overworked legal teams.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inspired you to work on this problem?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The Deal Desk Disconnect: Sales wants to close fast; Legal and Finance must protect risk and margin. We built CogniDeal AI to unite legal, pricing, compliance, and sales into a synchronized autonomous intelligence swarm that compresses deal cycles from 21 days to under 48 hours.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The Solution: CogniDeal AI coordinates 5 specialized agents across RFP bid drafting, contract redlining, margin guardrails, security questionnaires, and C-suite deal briefs.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</a:rPr>
              <a:t>Startup Snapshot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problem are you solving, and who experiences it most acutely?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Acutely experienced by Chief Revenue Officers (CROs), General Counsels (GCs), Heads of Deal Desk, and Sales Operations leaders at enterprise software and services firms.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Revenue Drag: Prolonged deal cycles lead to 28% quarter-end deal slippage. Sales reps spend up to 35 hours per month on non-selling redlining tasks.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Margin Bleed: Uncontrolled discounting erodes corporate gross margins by 400–800 basis points per deal.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research, observations, or evidence validate this opportunity?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World Commerce &amp; Contracting (WorldCC) data shows poor contract management erodes 9.2% of a typical enterprise's annual bottom line.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Corporate legal teams spend over 70% of their bandwidth reviewing low-to-medium risk boilerplate clauses rather than high-stakes strategic negotiations.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Enterprise vendor onboarding security audits stall deals for an average of 45 days.</a:t>
            </a:r>
          </a:p>
        </p:txBody>
      </p:sp>
      <p:sp>
        <p:nvSpPr>
          <p:cNvPr id="75" name="Google Shape;75;p16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 b="1">
                <a:solidFill>
                  <a:schemeClr val="dk1"/>
                </a:solidFill>
              </a:rPr>
              <a:t>Problem Understanding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Who is your ideal customer, and who would make the buying decision?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Ideal Customers: Mid-to-Large B2B Enterprise Companies (SaaS, Cloud Infrastructure, IT Services, Consulting) selling six-figure and seven-figure annual contracts.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Economic Buyers: Chief Revenue Officers, General Counsels, VP of Sales Operations, and Chief Financial Officers.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End Users: Account Executives, Deal Desk Analysts, In-House Corporate Lawyers, and Compliance Officers.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How large is the opportunity if your assumptions prove correct?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Global TAM: $26.4 Billion Enterprise Contract Lifecycle Management (CLM) and Deal Desk Software market (growing at 13.8% CAGR).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Global SAM: $3.1 Billion addressable spend in B2B contract risk automation, RFP intelligence, and deal desk optimization.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Immediate SOM: ₹190 Crores ($23M ARR) targeting top 300 Indian and US enterprise software/IT vendors.</a:t>
            </a:r>
          </a:p>
        </p:txBody>
      </p:sp>
      <p:sp>
        <p:nvSpPr>
          <p:cNvPr id="82" name="Google Shape;82;p17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Customer &amp; Opportunity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is your proposed solution, and how does it address the identified problem?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CogniDeal AI is an autonomous deal desk intelligence swarm that unites RFP digestion, contract liability redlining, pricing guardrails, security questionnaire automation, and executive deal synthesis into a single cockpit.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are the key capabilities you envision?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DealScout (RFP Architect): Ingests multi-page RFPs, generates compliance matrices, and produces tailored competitive bid drafts.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LexiGuard (Contract Risk &amp; Redline): Scans contracts for predatory terms (uncapped liabilities, IP loss) and generates balanced substitute clauses.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MarginPilot (Pricing Guardrails): Real-time margin waterfall modeling, volume discount boundaries, and automated CFO escalation routing.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TrustVertex (Security Auditor): Instantly auto-fills enterprise security questionnaires (SOC2, ISO 27001, GDPR) with exact knowledge citations.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DealDesk Copilot: Multi-turn strategic negotiation copilot and 1-click executive deal brief generator.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measurable value do you expect the solution to deliver?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80% Reduction in enterprise deal turnaround time (from 3 weeks down to under 48 hours).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95% Faster Contract Redlining and liability auditing  |  350 bps Gross Margin Protection through discount boundaries.</a:t>
            </a:r>
          </a:p>
        </p:txBody>
      </p:sp>
      <p:sp>
        <p:nvSpPr>
          <p:cNvPr id="89" name="Google Shape;89;p18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Proposed Solution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role will AI play in your proposed solution, and why is it essential?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AI operates as an autonomous multi-agent deal team: parsing dense legal syntax, balancing conflicting corporate clauses, calculating pricing elasticities, and formulating strategic negotiation talk tracks.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technologies, AI models, or frameworks do you plan to use, and why?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Reasoning &amp; Legal Intelligence Core: Google Gemini 2.5 Flash / Vertex AI for massive 1M+ token context windows capable of digesting entire 100-page enterprise contracts in a single pass.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Modern Stack: React 18, Vite, TypeScript, Tailwind CSS, Lucide system icons, and full offline simulation resilience.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makes you feel your product is a genuine AI product, and not an AI wrapper?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CogniDeal AI coordinates a multi-agent state graph where each agent validates legal risk thresholds, pricing floors, and compliance requirements through formal rule engines before prompting AI for synthesis.</a:t>
            </a:r>
          </a:p>
        </p:txBody>
      </p:sp>
      <p:sp>
        <p:nvSpPr>
          <p:cNvPr id="96" name="Google Shape;96;p19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Technology &amp; AI Approach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alternatives currently exist?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Legacy CLM Software (Ironclad, Icertis, DocuSign CLM): Monolithic document repositories requiring 6-month setups that lack autonomous multi-agent deal desk orchestration.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Point RFP Tools (Loopio, Responsive): Isolated Q&amp;A databases that cannot evaluate contract liability, margin impact, or security questionnaires.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Manual Spreadsheets &amp; Email Chains: Fragmented, error-prone communication between Sales, Legal, and Finance.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Why do you believe your approach is better suited to solving this problem?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CogniDeal AI is the only unified platform orchestrating Legal, Finance, Security, and Sales agents simultaneously to close deals securely at record speed.</a:t>
            </a:r>
          </a:p>
        </p:txBody>
      </p:sp>
      <p:sp>
        <p:nvSpPr>
          <p:cNvPr id="103" name="Google Shape;103;p20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Competitive Landscape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Who do you expect will pay for your solution?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B2B SaaS Tiered Platform Licensing: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Growth Deal Desk: $1,500 / month for up to 10 active sales and legal seats.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Enterprise Swarm: $4,500 / month for unlimited seats, dedicated custom contract playbook fine-tuning, and private VPC security.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Annual Enterprise Contract: $50,000–$120,000 / year for global enterprise deployments.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How do you plan to acquire your first customers?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High-Velocity Sales Ops Outreach: Target B2B SaaS companies experiencing rapid hiring and contract bottlenecks.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Free Contract Risk Audit: Offer enterprise prospects a free 1-click liability scan of their standard MSA to demonstrate immediate value.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BITSoM Vertex Ecosystem: Leverage BITSoM corporate partnerships and alumni networks across enterprise B2B companies in Mumbai.</a:t>
            </a:r>
          </a:p>
        </p:txBody>
      </p:sp>
      <p:sp>
        <p:nvSpPr>
          <p:cNvPr id="110" name="Google Shape;110;p21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Business Model &amp; Go-To-Market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are the next major milestones toward building your MVP?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Current Status (Phase 0): Fully functional, interactive production prototype with 5 agents, live RFP parser, redline engine, margin calculator, and deal dossier export (Completed &amp; Verified).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Phase 1 (Months 1–3): Native Salesforce, HubSpot CRM, and DocuSign bi-directional API integrations.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Phase 2 (Months 4–6): Microsoft Word and Google Docs redlining add-in for real-time in-line contract edits.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Phase 3 (Months 7–12): Enterprise SOC2 Type II compliance and multi-jurisdictional legal playbook libraries (US, UK, India, EU).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resources or support will be most critical during this journey?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Corporate Legal Advisory: Access to senior general counsels to calibrate standard balanced redline playbooks.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Enterprise Sales Pilots: B2B SaaS partner cohorts to test deal velocity improvements in live quarterly cycles.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Cloud Infrastructure Credits: Vertex AI credits for processing high volumes of multi-page PDF documents.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Development Roadmap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Why is your team uniquely positioned to solve this problem?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Deep technical expertise in multi-agent LLM systems combined with a rigorous understanding of enterprise sales mechanics, contract law fundamentals, and SaaS unit economics.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Demonstrated ability to ship production-grade, highly intuitive enterprise software within accelerated timeframes.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relevant domain or technical expertise does the team possess?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Ujjwal Kumar Bhowmick (Founder &amp; Lead AI Engineer):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Extensive expertise in full-stack TypeScript, React 18, Tailwind, and Google Gemini / Vertex AI multi-agent architectures.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Specialized in structured contract data parsing, financial margin modeling, and enterprise compliance systems.</a:t>
            </a:r>
          </a:p>
        </p:txBody>
      </p:sp>
      <p:sp>
        <p:nvSpPr>
          <p:cNvPr id="124" name="Google Shape;124;p23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Team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0D9488"/>
                </a:solidFill>
                <a:latin typeface="Arial"/>
              </a:defRPr>
            </a:pPr>
            <a:r>
              <a:t>Why have you applied to the BITSoM Vertex programme?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Premier B2B Enterprise Launchpad: BITSoM's Mumbai campus is situated at the epicenter of India's corporate headquarters, providing direct access to enterprise revenue and legal leaders.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Commercialization Mentorship: Guidance from top business strategists on enterprise sales compensation, customer acquisition, and enterprise pricing models.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What is the biggest challenge preventing you from building your MVP?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The MVP is built, polished, and operational! The primary objective now is enterprise pilot validation: deploying CogniDeal AI in live deal desks, measuring cycle compression, and securing commercial contracts. BITSoM Vertex provides the ideal network.</a:t>
            </a:r>
          </a:p>
        </p:txBody>
      </p:sp>
      <p:sp>
        <p:nvSpPr>
          <p:cNvPr id="131" name="Google Shape;131;p2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Why BITSoM Vertex?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None/>
              <a:defRPr sz="1100" b="1">
                <a:solidFill>
                  <a:srgbClr val="0D9488"/>
                </a:solidFill>
                <a:latin typeface="Arial"/>
              </a:defRPr>
            </a:pPr>
            <a:r>
              <a:t>Key Links &amp; Prototype Validation: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Working Prototype: Fully functional local environment (React 18 / TypeScript on :5173 with RFP breakdown, contract liability redlines, margin calculator, and C-suite deal dossier export).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GitHub Repository: https://github.com/ujju2020/Open-AI-Innovation (Complete source code, multi-agent schemas, and setup instructions).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Demo Explainer Video: 2-minute walkthrough showing DealScout, LexiGuard, MarginPilot, TrustVertex, and DealDesk Copilot in action.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Contact: Ujjwal Kumar Bhowmick | ujjwalkumarbhowmick30@gmail.com | India</a:t>
            </a:r>
          </a:p>
        </p:txBody>
      </p:sp>
      <p:sp>
        <p:nvSpPr>
          <p:cNvPr id="138" name="Google Shape;138;p2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Supporting Material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 title="Frame 161887560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TextBox 143"/>
          <p:cNvSpPr txBox="1"/>
          <p:nvPr/>
        </p:nvSpPr>
        <p:spPr>
          <a:xfrm>
            <a:off x="4259512" y="1051200"/>
            <a:ext cx="488448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D9488"/>
                </a:solidFill>
                <a:latin typeface="Arial"/>
              </a:defRPr>
            </a:pPr>
            <a:r>
              <a:rPr dirty="0" err="1"/>
              <a:t>CogniDeal</a:t>
            </a:r>
            <a:r>
              <a:rPr dirty="0"/>
              <a:t> AI</a:t>
            </a:r>
          </a:p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rPr dirty="0"/>
              <a:t>Transforming Enterprise B2B Commerce Through Autonomous Deal Desk Intelligence</a:t>
            </a:r>
          </a:p>
          <a:p>
            <a:pPr>
              <a:spcAft>
                <a:spcPts val="16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rPr dirty="0"/>
              <a:t>Thank You! Open for Questions &amp; Evaluation.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Founder: Ujjwal Kumar Bhowmick  |  ujjwalkumarbhowmick30@gmail.com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1940</Words>
  <Application>Microsoft Office PowerPoint</Application>
  <PresentationFormat>On-screen Show (16:9)</PresentationFormat>
  <Paragraphs>118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Ujjwal Kumar Bhowmick</cp:lastModifiedBy>
  <cp:revision>1</cp:revision>
  <dcterms:modified xsi:type="dcterms:W3CDTF">2026-09-06T15:37:49Z</dcterms:modified>
</cp:coreProperties>
</file>